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67F4C-7E6B-42ED-B840-EFEF78B9CDB2}" type="datetimeFigureOut">
              <a:rPr lang="en-IE" smtClean="0"/>
              <a:t>28/03/2026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74C91-8832-4536-9A77-A5932619952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10630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DBE97-B08A-D2F3-BAF4-3AF5D9868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D2978-0B68-0C0A-F05E-C4614C94F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BC4B5-D7E5-CF8E-5FB5-A92D01100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0756-31F3-4D93-A995-620DC828BC0B}" type="datetimeFigureOut">
              <a:rPr lang="en-IE" smtClean="0"/>
              <a:t>28/03/2026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5D9EB-A8C3-E8F5-A34C-87F18078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15EBF-9DCB-12C3-757F-B6D5FFA6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3DA6-9704-4D08-AEA1-EA9FC43292D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62332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EA7D-4171-B65C-9C47-491C38AF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843DB-4B49-5E66-1F23-48773D9FC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A5924-2668-9BA2-5F02-F727D3B4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0756-31F3-4D93-A995-620DC828BC0B}" type="datetimeFigureOut">
              <a:rPr lang="en-IE" smtClean="0"/>
              <a:t>28/03/2026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083B6-2294-9371-460A-835EBE0D1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6F2F8-3F30-56D9-B03F-5A86D9289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3DA6-9704-4D08-AEA1-EA9FC43292D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4275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00E1-BB92-B57D-D1A1-577D805C3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A38A-65EC-6716-611C-D50AD7AF1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CC751-5FA0-DEC6-C3F6-20DF883FF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0756-31F3-4D93-A995-620DC828BC0B}" type="datetimeFigureOut">
              <a:rPr lang="en-IE" smtClean="0"/>
              <a:t>28/03/2026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7CDA-A7C7-4817-AE45-B1D09C9E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9E6ED-9BDE-71BF-B735-89A208CAE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3DA6-9704-4D08-AEA1-EA9FC43292D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8198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B8409-CF72-2F73-CCFA-74B1EAE59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9748D-2D3C-973A-25C3-1794A77AC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AA769-29D2-B9BD-BED5-817AB3238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14313-F5AB-7685-18CA-70A42392F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0756-31F3-4D93-A995-620DC828BC0B}" type="datetimeFigureOut">
              <a:rPr lang="en-IE" smtClean="0"/>
              <a:t>28/03/2026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2677A-F1A8-82E4-CF70-1BFCCE69B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43382-D606-CE02-D2D2-67052086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3DA6-9704-4D08-AEA1-EA9FC43292D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5636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CA72-1011-514C-B68D-57A7E5E1D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721A6-45E2-EC34-09FF-402B0C65C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9384B-3F0E-C7E5-AD10-AE52948D8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CD42E-DC73-3EBF-6B20-824DAAB70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5FE79-C58C-FF39-57B4-22D77C9B7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FCF8DF-34BC-573A-FF73-1D398BA5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0756-31F3-4D93-A995-620DC828BC0B}" type="datetimeFigureOut">
              <a:rPr lang="en-IE" smtClean="0"/>
              <a:t>28/03/2026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A25254-9DC3-4E1C-6E5F-4098627B6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163889-943D-77AE-20D7-BD87571CC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3DA6-9704-4D08-AEA1-EA9FC43292D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83546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EDC8A-CC6A-52E8-7CAB-366FC93C0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D11ED-7A56-4251-323D-FFDD55812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0756-31F3-4D93-A995-620DC828BC0B}" type="datetimeFigureOut">
              <a:rPr lang="en-IE" smtClean="0"/>
              <a:t>28/03/2026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B834C1-5777-6398-34B4-89C44E4D4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F7046-A539-B0AA-EA82-1B4519A01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3DA6-9704-4D08-AEA1-EA9FC43292D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3008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C82294-A7BA-C63F-2D4A-3220097A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0756-31F3-4D93-A995-620DC828BC0B}" type="datetimeFigureOut">
              <a:rPr lang="en-IE" smtClean="0"/>
              <a:t>28/03/2026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5229A-9571-28FC-CA5B-3B50857FE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10BC4-D09B-E603-E276-7BF51DAC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3DA6-9704-4D08-AEA1-EA9FC43292D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6812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24697-48AD-AD7E-1EF2-1A95A0FCD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E64A8-961B-053B-CA67-7C8DE5D23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57A9A-1580-ADED-F33B-203B1B5E0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25830-7248-63BF-43F6-361A8543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0756-31F3-4D93-A995-620DC828BC0B}" type="datetimeFigureOut">
              <a:rPr lang="en-IE" smtClean="0"/>
              <a:t>28/03/2026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F7184-D436-D4EC-7C0D-264939195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D3C7A-2041-AE9D-E740-621840286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3DA6-9704-4D08-AEA1-EA9FC43292D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200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0E98-9BAD-FD2F-4EA2-B91FA467B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59B29F-01A8-14AD-6FC8-6153C88EB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9AFA1-63C4-97D6-27CA-EF15DFE19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2D22D-3B2B-9390-84BE-CDF042653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0756-31F3-4D93-A995-620DC828BC0B}" type="datetimeFigureOut">
              <a:rPr lang="en-IE" smtClean="0"/>
              <a:t>28/03/2026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05F03-7343-D7FA-71DD-41499B47F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0694A-6489-B6F4-6B26-9137C866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3DA6-9704-4D08-AEA1-EA9FC43292D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57494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3364-FC6C-70EE-2F74-D28994EA0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FDB34-B043-2D90-C4E5-38B005FAD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CB3E8-EB92-90EB-F610-EFD8752B9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0756-31F3-4D93-A995-620DC828BC0B}" type="datetimeFigureOut">
              <a:rPr lang="en-IE" smtClean="0"/>
              <a:t>28/03/2026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655BF-5055-5D15-6562-2728DCFE7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5E1BA-D3A1-AE44-EA49-614745E5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3DA6-9704-4D08-AEA1-EA9FC43292D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7995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DE4E6C-47FD-0D06-F7EA-F9D30247F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8C3CE-A1BF-C8DC-06D2-7430839B4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C90D1-303D-4C4D-0D35-FB80E075E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0756-31F3-4D93-A995-620DC828BC0B}" type="datetimeFigureOut">
              <a:rPr lang="en-IE" smtClean="0"/>
              <a:t>28/03/2026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593A4-CB50-A8A7-C8AA-71CA9CE05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29F21-7DA8-5851-D392-E05F32B4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13DA6-9704-4D08-AEA1-EA9FC43292D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326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E63958-9616-5730-1A01-23B723196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896C1-8B05-3BED-4840-4CA6C9505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7ECB5-5C59-6706-34AC-C7C45C2D8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0756-31F3-4D93-A995-620DC828BC0B}" type="datetimeFigureOut">
              <a:rPr lang="en-IE" smtClean="0"/>
              <a:t>28/03/2026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89116-F53C-4F6A-A15E-5B7DDFF500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25878-4415-1CB7-13B1-9F7AFB267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13DA6-9704-4D08-AEA1-EA9FC43292D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5310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68B20-0CEC-581E-D1AC-0F29138EE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825658" cy="1763486"/>
          </a:xfrm>
        </p:spPr>
        <p:txBody>
          <a:bodyPr/>
          <a:lstStyle/>
          <a:p>
            <a:r>
              <a:rPr lang="en-IE" dirty="0"/>
              <a:t>     done!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8BC57-55E5-15A6-65C9-0DE8B2DBD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7828"/>
            <a:ext cx="9144000" cy="859971"/>
          </a:xfrm>
        </p:spPr>
        <p:txBody>
          <a:bodyPr>
            <a:normAutofit lnSpcReduction="10000"/>
          </a:bodyPr>
          <a:lstStyle/>
          <a:p>
            <a:r>
              <a:rPr lang="en-IE" dirty="0"/>
              <a:t>Noemi </a:t>
            </a:r>
            <a:r>
              <a:rPr lang="en-IE" dirty="0" err="1"/>
              <a:t>Lovei</a:t>
            </a:r>
            <a:endParaRPr lang="en-IE" dirty="0"/>
          </a:p>
          <a:p>
            <a:r>
              <a:rPr lang="en-IE" dirty="0"/>
              <a:t>20108892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B2B029-AB23-600F-3FD5-7A31DBB91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889" y="825366"/>
            <a:ext cx="2641736" cy="260363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6696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CB70-E091-E935-43DB-3F2C77A2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196807-7A25-3DFD-B57A-A0C8AB1F9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26" y="452717"/>
            <a:ext cx="11426145" cy="594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1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1E52-42BF-2545-009D-678CB82F6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1AF715-813E-A3E8-3E0F-1DD55F5A9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049" y="664384"/>
            <a:ext cx="8726418" cy="526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0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7C81D-AF3D-167B-2A40-FACCF6219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B81F38-7971-B3C4-4624-2DBEDAC0E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43138"/>
            <a:ext cx="10604325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29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7CB94-FB63-7CA0-B97A-343D880B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9F3BCDD-040F-6AAC-4E1F-121B72F0E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365125"/>
            <a:ext cx="10515600" cy="29970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48A1DC7-5E65-CC18-0E1C-63AD53211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3495872"/>
            <a:ext cx="10265228" cy="240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64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78D87-0ADE-A951-31E4-EDCA1223E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091D9F-3BE5-18AA-8699-21049772E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52" y="758824"/>
            <a:ext cx="10385267" cy="456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158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95E78-61CF-9A39-B29D-2176389F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FB5253-DF56-81DD-F054-2CB09B997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98" y="526410"/>
            <a:ext cx="5251720" cy="2813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648DEA-A19E-B499-6656-46A05367A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39605"/>
            <a:ext cx="5251720" cy="269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43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617E-772F-C48B-EB76-757459A2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2A0F51-F75A-BBCF-0708-DD4A1831A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27906"/>
            <a:ext cx="101167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152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00EE-056E-6B4F-60F3-2E027E276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D63345-2FDE-E35F-C8D3-BFF1746278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557" y="937799"/>
            <a:ext cx="7630886" cy="535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62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0DAB-964F-9D48-261E-9AD4B98E6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50BDC3-6CC5-D9D1-5741-0463CAD81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04" y="1027906"/>
            <a:ext cx="5115467" cy="460201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526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83B6A-64DE-F95E-D8A1-2D835EF71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FD915B-56BE-D271-D75E-4A938A9D43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78568"/>
            <a:ext cx="103574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86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6C831-35A8-6D13-58F6-1D7A9FD02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34576C-4652-3442-0010-3C6B0B7B9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26" y="595538"/>
            <a:ext cx="11045748" cy="479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54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F792-1D51-37AF-DF36-D7617B72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A5DC1E-5C95-F533-1C04-BD559E77C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22" y="625135"/>
            <a:ext cx="4658263" cy="472170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A1282B-3193-6EE1-8BE5-E491515C8C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25135"/>
            <a:ext cx="4914132" cy="48068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0215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07B8-DAAC-873A-B5AB-545BAA916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25258B-D0D7-9817-CCF1-576B0E960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20" y="278601"/>
            <a:ext cx="9820342" cy="4259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E13531-D91C-66E8-08B6-C2F40A6C1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641" y="1601826"/>
            <a:ext cx="2603634" cy="461033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A61473-A0CA-8B65-5948-B5A9DA1AE6CF}"/>
              </a:ext>
            </a:extLst>
          </p:cNvPr>
          <p:cNvSpPr txBox="1"/>
          <p:nvPr/>
        </p:nvSpPr>
        <p:spPr>
          <a:xfrm>
            <a:off x="566057" y="4887686"/>
            <a:ext cx="68035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https://firebasestorage.googleapis.com/v0/b/done-6b1f3.firebasestorage.app/o/Gemini_Generated_Image_uqjzl2uqjzl2uqjz.png?alt=media&amp;token=dd22bbe3-3d83-4f06-9755-df381ff67acd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67230C-E8AB-CD9E-0565-703447C1B7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758" y="1921633"/>
            <a:ext cx="4114899" cy="270298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6972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1718-8CA5-DA47-23B6-3D4B8FA7B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290DC4-8023-78B6-C49A-BCD09F520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90" y="551997"/>
            <a:ext cx="12082810" cy="551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53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E123-64FD-F613-FBF6-3488366EB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5922E6C-42F3-6FCE-296F-D10C62ABF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78" y="1868596"/>
            <a:ext cx="9209414" cy="43513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2CFB0E-7148-3EF5-0B39-0AF298087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162" y="187217"/>
            <a:ext cx="3850203" cy="244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142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3787-562B-CB06-67A8-127CD5CEE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855C5D-F48B-C3AD-DB7C-D7331A559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96" y="606425"/>
            <a:ext cx="11323007" cy="522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20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DECF-358D-E7D9-772B-FEAAF2FC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2733EA-E456-6030-940A-F0E6E351E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344" y="138339"/>
            <a:ext cx="4944999" cy="624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03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DFAFD-E6AF-06D2-4528-4BEF5DD6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33DB95-0F15-BDEB-B02B-D5813C12E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14" y="2399505"/>
            <a:ext cx="10515600" cy="258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230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8CAB-6FEB-0470-8976-EBDAE7CA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DA6FD2-DC7C-EDD2-28A5-3DAEE6BB0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03" y="751114"/>
            <a:ext cx="10777794" cy="502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6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E633-7BB9-157B-5C3A-FC507C178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28F92C-B7C8-F852-203D-1556D8A22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79" y="527163"/>
            <a:ext cx="11366241" cy="504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16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F7163-6821-0512-FF7B-D940A67A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01D79-6ED4-2893-89E2-B15777C3A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E" sz="9600" dirty="0"/>
              <a:t>Admin</a:t>
            </a:r>
            <a:r>
              <a:rPr lang="en-IE" dirty="0"/>
              <a:t> </a:t>
            </a:r>
          </a:p>
          <a:p>
            <a:pPr marL="0" indent="0" algn="ctr">
              <a:buNone/>
            </a:pPr>
            <a:r>
              <a:rPr lang="en-IE" sz="9600" dirty="0"/>
              <a:t>User</a:t>
            </a:r>
          </a:p>
        </p:txBody>
      </p:sp>
    </p:spTree>
    <p:extLst>
      <p:ext uri="{BB962C8B-B14F-4D97-AF65-F5344CB8AC3E}">
        <p14:creationId xmlns:p14="http://schemas.microsoft.com/office/powerpoint/2010/main" val="3997771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D70D-0CBF-22E3-C209-87EB86E1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2B13E43-E21E-4794-98F6-450EFC530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03" y="671738"/>
            <a:ext cx="11566593" cy="523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26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CFD31-80F5-92F5-A370-917A2E09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57818A-8748-CB79-0159-7043F95D7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13254"/>
            <a:ext cx="10578709" cy="4673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08A8C-7400-3E22-01D5-A0D0C7051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04" y="3973285"/>
            <a:ext cx="5310519" cy="2519589"/>
          </a:xfrm>
          <a:prstGeom prst="rect">
            <a:avLst/>
          </a:prstGeom>
          <a:ln w="57150">
            <a:solidFill>
              <a:schemeClr val="accent4"/>
            </a:solidFill>
          </a:ln>
        </p:spPr>
      </p:pic>
    </p:spTree>
    <p:extLst>
      <p:ext uri="{BB962C8B-B14F-4D97-AF65-F5344CB8AC3E}">
        <p14:creationId xmlns:p14="http://schemas.microsoft.com/office/powerpoint/2010/main" val="810357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2EC2B-8EFF-A1AC-2528-19D4A1DD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FEB920-0039-A401-107B-E75EDB663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53" y="454024"/>
            <a:ext cx="11313335" cy="51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24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45</Words>
  <Application>Microsoft Office PowerPoint</Application>
  <PresentationFormat>Widescreen</PresentationFormat>
  <Paragraphs>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     done!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nila.noemi25@gmail.com</dc:creator>
  <cp:lastModifiedBy>nila.noemi25@gmail.com</cp:lastModifiedBy>
  <cp:revision>1</cp:revision>
  <dcterms:created xsi:type="dcterms:W3CDTF">2026-03-28T13:37:56Z</dcterms:created>
  <dcterms:modified xsi:type="dcterms:W3CDTF">2026-03-28T16:54:39Z</dcterms:modified>
</cp:coreProperties>
</file>